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Calibri"/>
              </a:rPr>
              <a:t>Baseline vs pilot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2F6F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Requests per day</c:v>
                  </c:pt>
                  <c:pt idx="1">
                    <c:v>Median response (h)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Requests per day</c:v>
                  </c:pt>
                  <c:pt idx="1">
                    <c:v>Median response (h)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82880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77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09160" y="1234440"/>
            <a:ext cx="3977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pilot</a:t>
            </a:r>
            <a:endParaRPr lang="en-US" sz="2800" dirty="0"/>
          </a:p>
        </p:txBody>
      </p:sp>
      <p:graphicFrame>
        <p:nvGraphicFramePr>
          <p:cNvPr id="3" name="chart:e1" descr=""/>
          <p:cNvGraphicFramePr/>
          <p:nvPr/>
        </p:nvGraphicFramePr>
        <p:xfrm>
          <a:off x="457200" y="123444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2800" dirty="0"/>
          </a:p>
        </p:txBody>
      </p:sp>
      <p:graphicFrame>
        <p:nvGraphicFramePr>
          <p:cNvPr id="3" name="table:e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pilot data</dc:title>
  <dc:subject>PptxGenJS Presentation</dc:subject>
  <dc:creator>PptxGenJS</dc:creator>
  <cp:lastModifiedBy>PptxGenJS</cp:lastModifiedBy>
  <cp:revision>1</cp:revision>
  <dcterms:created xsi:type="dcterms:W3CDTF">2026-10-25T20:11:07Z</dcterms:created>
  <dcterms:modified xsi:type="dcterms:W3CDTF">2026-10-25T20:11:07Z</dcterms:modified>
</cp:coreProperties>
</file>