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Note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Réunion à Paris — coût 12,50 €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会議は東京で開催されます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الاجتماع في دبي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Grüße aus Köln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🚀 launch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note</dc:title>
  <dc:subject>PptxGenJS Presentation</dc:subject>
  <dc:creator>PptxGenJS</dc:creator>
  <cp:lastModifiedBy>PptxGenJS</cp:lastModifiedBy>
  <cp:revision>1</cp:revision>
  <dcterms:created xsi:type="dcterms:W3CDTF">2026-10-25T16:47:52Z</dcterms:created>
  <dcterms:modified xsi:type="dcterms:W3CDTF">2026-10-25T16:47:52Z</dcterms:modified>
</cp:coreProperties>
</file>