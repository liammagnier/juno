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Meridian: run a follow-up pilot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Decision brief, 2026-09-30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Evidence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Requests: 80 → 100 per day (+25%)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Median response: 12 → 9 hours (−25%)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Errors: 2% → 3%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Caveats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Observational: no random allocation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Customer mix differs between groups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Only five working days measured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Budget and ownership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Owner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Budget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Final review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Maya Okafor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EUR 2,400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2026-10-19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Decision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Approve the two-week follow-up pilot, not a full rollout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Stop if the error rate exceeds 4%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Meridian follow-up pilot</dc:title>
  <dc:subject>PptxGenJS Presentation</dc:subject>
  <dc:creator>PptxGenJS</dc:creator>
  <cp:lastModifiedBy>PptxGenJS</cp:lastModifiedBy>
  <cp:revision>1</cp:revision>
  <dcterms:created xsi:type="dcterms:W3CDTF">2026-10-25T20:11:06Z</dcterms:created>
  <dcterms:modified xsi:type="dcterms:W3CDTF">2026-10-25T20:11:06Z</dcterms:modified>
</cp:coreProperties>
</file>